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1051" r:id="rId3"/>
    <p:sldId id="1113" r:id="rId4"/>
    <p:sldId id="105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F66B593-6037-45B2-9562-E6803C52B70B}">
          <p14:sldIdLst>
            <p14:sldId id="256"/>
            <p14:sldId id="1051"/>
            <p14:sldId id="1113"/>
            <p14:sldId id="10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395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743C-B134-2127-6A66-E1387CD6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72913-564F-657F-4B5B-CE6618305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62CE1-7684-306C-4EC1-940D48861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CC945-2C43-2C37-EA84-04D2FA015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83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9015-65DE-9B1B-14D7-C2E16E03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38C31-1793-87E7-E74E-E7AC23E7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3324D-5905-89A7-97B1-5AD849DB0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B190-A51C-83FC-C531-54F938261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9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5D6F-6026-995D-4630-57361AEA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4C2D1-BDB8-4F68-3169-3A2AD70D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156CC-0E16-62C2-0812-3828EFAC9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EBC66-9DA7-1A6B-15CA-0FEAC6C45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ploraSlide_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alpha val="5000"/>
            </a:srgbClr>
          </a:solidFill>
          <a:ln/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ploraSlide_En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../../assets/img/presentation/objects/logo_xp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2039112"/>
            <a:ext cx="3191256" cy="1060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3936" y="521208"/>
            <a:ext cx="481888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00" dirty="0">
                <a:solidFill>
                  <a:srgbClr val="FFFFFF"/>
                </a:solidFill>
              </a:rPr>
              <a:t>ANALÍTICA EN MOVIMIENTO QUE GENERA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364224" y="521208"/>
            <a:ext cx="106984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VALOR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0" y="4206240"/>
            <a:ext cx="9144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00" dirty="0">
                <a:solidFill>
                  <a:srgbClr val="FFFFFF"/>
                </a:solidFill>
              </a:rPr>
              <a:t>MUCHAS GRACIAS</a:t>
            </a:r>
            <a:endParaRPr lang="en-US" sz="210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REPORTE CUIDADO DEL CABELLO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 err="1">
                <a:solidFill>
                  <a:srgbClr val="FFFFFF"/>
                </a:solidFill>
              </a:rPr>
              <a:t>Octubre</a:t>
            </a:r>
            <a:r>
              <a:rPr lang="en-US" sz="2400" dirty="0">
                <a:solidFill>
                  <a:srgbClr val="FFFFFF"/>
                </a:solidFill>
              </a:rPr>
              <a:t>, 2026</a:t>
            </a:r>
            <a:endParaRPr lang="en-US" sz="2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8D51C4-E810-D463-2B7F-9652E9B2C776}"/>
              </a:ext>
            </a:extLst>
          </p:cNvPr>
          <p:cNvSpPr/>
          <p:nvPr/>
        </p:nvSpPr>
        <p:spPr>
          <a:xfrm>
            <a:off x="0" y="2269434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BC198-A85B-8B53-A62A-CF5ADE36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FFFCE1-F5B0-BDCC-8CB2-87E7D6E29EFC}"/>
              </a:ext>
            </a:extLst>
          </p:cNvPr>
          <p:cNvSpPr/>
          <p:nvPr/>
        </p:nvSpPr>
        <p:spPr>
          <a:xfrm>
            <a:off x="86868" y="93427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REPORTE CUIDADO DEL CABELLO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9F69C1-6851-18DA-D051-68801DF9A0C6}"/>
              </a:ext>
            </a:extLst>
          </p:cNvPr>
          <p:cNvSpPr/>
          <p:nvPr/>
        </p:nvSpPr>
        <p:spPr>
          <a:xfrm>
            <a:off x="155448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B64407-AFAF-FAE1-A00E-63B245248409}"/>
              </a:ext>
            </a:extLst>
          </p:cNvPr>
          <p:cNvSpPr/>
          <p:nvPr/>
        </p:nvSpPr>
        <p:spPr>
          <a:xfrm>
            <a:off x="0" y="448056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ALICORP PERÚ </a:t>
            </a:r>
            <a:endParaRPr lang="en-US" sz="1400" dirty="0"/>
          </a:p>
        </p:txBody>
      </p:sp>
      <p:pic>
        <p:nvPicPr>
          <p:cNvPr id="11" name="Image 4" descr="../../../assets/img/presentation/objects/datos_title.png">
            <a:extLst>
              <a:ext uri="{FF2B5EF4-FFF2-40B4-BE49-F238E27FC236}">
                <a16:creationId xmlns:a16="http://schemas.microsoft.com/office/drawing/2014/main" id="{ADA460DD-D37B-A494-7E9F-689922978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023360"/>
            <a:ext cx="722376" cy="365760"/>
          </a:xfrm>
          <a:prstGeom prst="rect">
            <a:avLst/>
          </a:prstGeom>
        </p:spPr>
      </p:pic>
      <p:pic>
        <p:nvPicPr>
          <p:cNvPr id="12" name="Image 5" descr="../../../assets/img/presentation/objects/datos_info.png">
            <a:extLst>
              <a:ext uri="{FF2B5EF4-FFF2-40B4-BE49-F238E27FC236}">
                <a16:creationId xmlns:a16="http://schemas.microsoft.com/office/drawing/2014/main" id="{C783AC6D-441E-7316-6D4D-2A23F2F6E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911" y="4022184"/>
            <a:ext cx="2093976" cy="36576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E0A76B79-74B4-9F6E-077B-52ACEE1629FE}"/>
              </a:ext>
            </a:extLst>
          </p:cNvPr>
          <p:cNvSpPr/>
          <p:nvPr/>
        </p:nvSpPr>
        <p:spPr>
          <a:xfrm>
            <a:off x="2934031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E900BBD-62FB-8B80-E1E0-5D6CF5A2D814}"/>
              </a:ext>
            </a:extLst>
          </p:cNvPr>
          <p:cNvSpPr/>
          <p:nvPr/>
        </p:nvSpPr>
        <p:spPr>
          <a:xfrm>
            <a:off x="3702127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endParaRPr lang="en-US" sz="1050" dirty="0"/>
          </a:p>
        </p:txBody>
      </p:sp>
      <p:pic>
        <p:nvPicPr>
          <p:cNvPr id="15" name="Image 6" descr="../../../assets/img/presentation/objects/datos_title.png">
            <a:extLst>
              <a:ext uri="{FF2B5EF4-FFF2-40B4-BE49-F238E27FC236}">
                <a16:creationId xmlns:a16="http://schemas.microsoft.com/office/drawing/2014/main" id="{8FB1CBAD-17F5-1E22-9548-7C0B0CA84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480560"/>
            <a:ext cx="722376" cy="365760"/>
          </a:xfrm>
          <a:prstGeom prst="rect">
            <a:avLst/>
          </a:prstGeom>
        </p:spPr>
      </p:pic>
      <p:pic>
        <p:nvPicPr>
          <p:cNvPr id="16" name="Image 7" descr="../../../assets/img/presentation/objects/datos_info.png">
            <a:extLst>
              <a:ext uri="{FF2B5EF4-FFF2-40B4-BE49-F238E27FC236}">
                <a16:creationId xmlns:a16="http://schemas.microsoft.com/office/drawing/2014/main" id="{A35F820A-9C4A-3FA6-A263-8A8463C57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127" y="4480560"/>
            <a:ext cx="2093976" cy="365760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DCFDCF0A-F7AD-DC43-73B9-CB8C166076E3}"/>
              </a:ext>
            </a:extLst>
          </p:cNvPr>
          <p:cNvSpPr/>
          <p:nvPr/>
        </p:nvSpPr>
        <p:spPr>
          <a:xfrm>
            <a:off x="2934031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8A412FE-9171-C8D7-93B4-7B0768221C39}"/>
              </a:ext>
            </a:extLst>
          </p:cNvPr>
          <p:cNvSpPr/>
          <p:nvPr/>
        </p:nvSpPr>
        <p:spPr>
          <a:xfrm>
            <a:off x="3702127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pic>
        <p:nvPicPr>
          <p:cNvPr id="10" name="Image 4" descr="../../../assets/img/presentation/objects/datos_title.png">
            <a:extLst>
              <a:ext uri="{FF2B5EF4-FFF2-40B4-BE49-F238E27FC236}">
                <a16:creationId xmlns:a16="http://schemas.microsoft.com/office/drawing/2014/main" id="{BCA2325A-8A30-AC24-F811-ACF86B020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023360"/>
            <a:ext cx="722376" cy="365760"/>
          </a:xfrm>
          <a:prstGeom prst="rect">
            <a:avLst/>
          </a:prstGeom>
        </p:spPr>
      </p:pic>
      <p:pic>
        <p:nvPicPr>
          <p:cNvPr id="19" name="Image 5" descr="../../../assets/img/presentation/objects/datos_info.png">
            <a:extLst>
              <a:ext uri="{FF2B5EF4-FFF2-40B4-BE49-F238E27FC236}">
                <a16:creationId xmlns:a16="http://schemas.microsoft.com/office/drawing/2014/main" id="{CB0C5E1D-BFC8-8783-A3D7-113148012C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023360"/>
            <a:ext cx="2093976" cy="36576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52CDFF32-A979-462A-3654-B07F296EC038}"/>
              </a:ext>
            </a:extLst>
          </p:cNvPr>
          <p:cNvSpPr/>
          <p:nvPr/>
        </p:nvSpPr>
        <p:spPr>
          <a:xfrm>
            <a:off x="6039347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0052643-F9A0-AB6E-FDB8-D65E0E2B323B}"/>
              </a:ext>
            </a:extLst>
          </p:cNvPr>
          <p:cNvSpPr/>
          <p:nvPr/>
        </p:nvSpPr>
        <p:spPr>
          <a:xfrm>
            <a:off x="6807443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pic>
        <p:nvPicPr>
          <p:cNvPr id="22" name="Image 6" descr="../../../assets/img/presentation/objects/datos_title.png">
            <a:extLst>
              <a:ext uri="{FF2B5EF4-FFF2-40B4-BE49-F238E27FC236}">
                <a16:creationId xmlns:a16="http://schemas.microsoft.com/office/drawing/2014/main" id="{B6195BA7-E43E-E2E2-1105-A50598A8F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480560"/>
            <a:ext cx="722376" cy="365760"/>
          </a:xfrm>
          <a:prstGeom prst="rect">
            <a:avLst/>
          </a:prstGeom>
        </p:spPr>
      </p:pic>
      <p:pic>
        <p:nvPicPr>
          <p:cNvPr id="23" name="Image 7" descr="../../../assets/img/presentation/objects/datos_info.png">
            <a:extLst>
              <a:ext uri="{FF2B5EF4-FFF2-40B4-BE49-F238E27FC236}">
                <a16:creationId xmlns:a16="http://schemas.microsoft.com/office/drawing/2014/main" id="{AD994CD6-03BA-1ABE-551B-560DA59A1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480560"/>
            <a:ext cx="2093976" cy="365760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F42C61D2-43BE-81FC-06FC-14298A7EF67B}"/>
              </a:ext>
            </a:extLst>
          </p:cNvPr>
          <p:cNvSpPr/>
          <p:nvPr/>
        </p:nvSpPr>
        <p:spPr>
          <a:xfrm>
            <a:off x="6039347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5CC0B696-79A0-9831-23B7-E913C8CDAFC1}"/>
              </a:ext>
            </a:extLst>
          </p:cNvPr>
          <p:cNvSpPr/>
          <p:nvPr/>
        </p:nvSpPr>
        <p:spPr>
          <a:xfrm>
            <a:off x="6807443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F105501-0BBF-BE08-F03E-359D88CD3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6" name="Image 0" descr="../../../assets/img/presentation/objects/bordes_imagen.png">
            <a:extLst>
              <a:ext uri="{FF2B5EF4-FFF2-40B4-BE49-F238E27FC236}">
                <a16:creationId xmlns:a16="http://schemas.microsoft.com/office/drawing/2014/main" id="{3144EA18-C280-4B3C-77DF-D8661450D6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9751" y="1047750"/>
            <a:ext cx="2743200" cy="2743200"/>
          </a:xfrm>
          <a:prstGeom prst="rect">
            <a:avLst/>
          </a:prstGeom>
        </p:spPr>
      </p:pic>
      <p:pic>
        <p:nvPicPr>
          <p:cNvPr id="7" name="Image 8" descr="../../../assets/img/presentation/objects/bordes_imagen.png">
            <a:extLst>
              <a:ext uri="{FF2B5EF4-FFF2-40B4-BE49-F238E27FC236}">
                <a16:creationId xmlns:a16="http://schemas.microsoft.com/office/drawing/2014/main" id="{08CC2FAA-AA3F-17EF-817D-675C2C4E0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5067" y="106226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55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982AD-0523-27A4-7984-A03508D5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AE0EBB-7209-FC7D-729D-0B789B24D6D1}"/>
              </a:ext>
            </a:extLst>
          </p:cNvPr>
          <p:cNvSpPr/>
          <p:nvPr/>
        </p:nvSpPr>
        <p:spPr>
          <a:xfrm>
            <a:off x="86868" y="93427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REPORTE CUIDADO DEL CABELLO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55AD8F-6D6C-DA02-4384-891CCA39A4E4}"/>
              </a:ext>
            </a:extLst>
          </p:cNvPr>
          <p:cNvSpPr/>
          <p:nvPr/>
        </p:nvSpPr>
        <p:spPr>
          <a:xfrm>
            <a:off x="155448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17F322-3952-E027-13D4-57E0C81997A6}"/>
              </a:ext>
            </a:extLst>
          </p:cNvPr>
          <p:cNvSpPr/>
          <p:nvPr/>
        </p:nvSpPr>
        <p:spPr>
          <a:xfrm>
            <a:off x="0" y="448056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ALICORP PERÚ </a:t>
            </a:r>
            <a:endParaRPr lang="en-US" sz="1400" dirty="0"/>
          </a:p>
        </p:txBody>
      </p:sp>
      <p:pic>
        <p:nvPicPr>
          <p:cNvPr id="11" name="Image 4" descr="../../../assets/img/presentation/objects/datos_title.png">
            <a:extLst>
              <a:ext uri="{FF2B5EF4-FFF2-40B4-BE49-F238E27FC236}">
                <a16:creationId xmlns:a16="http://schemas.microsoft.com/office/drawing/2014/main" id="{0333A4A0-C4E3-D301-5144-F5B377448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023360"/>
            <a:ext cx="722376" cy="365760"/>
          </a:xfrm>
          <a:prstGeom prst="rect">
            <a:avLst/>
          </a:prstGeom>
        </p:spPr>
      </p:pic>
      <p:pic>
        <p:nvPicPr>
          <p:cNvPr id="12" name="Image 5" descr="../../../assets/img/presentation/objects/datos_info.png">
            <a:extLst>
              <a:ext uri="{FF2B5EF4-FFF2-40B4-BE49-F238E27FC236}">
                <a16:creationId xmlns:a16="http://schemas.microsoft.com/office/drawing/2014/main" id="{82F1CB10-D587-BCBD-07DC-65A6A5859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911" y="4022184"/>
            <a:ext cx="2093976" cy="36576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11DD8C28-A202-339F-5673-0B7B97BDB146}"/>
              </a:ext>
            </a:extLst>
          </p:cNvPr>
          <p:cNvSpPr/>
          <p:nvPr/>
        </p:nvSpPr>
        <p:spPr>
          <a:xfrm>
            <a:off x="2934031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91BC713-71BF-45FB-0B38-17A626CD2ED4}"/>
              </a:ext>
            </a:extLst>
          </p:cNvPr>
          <p:cNvSpPr/>
          <p:nvPr/>
        </p:nvSpPr>
        <p:spPr>
          <a:xfrm>
            <a:off x="3702127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pic>
        <p:nvPicPr>
          <p:cNvPr id="15" name="Image 6" descr="../../../assets/img/presentation/objects/datos_title.png">
            <a:extLst>
              <a:ext uri="{FF2B5EF4-FFF2-40B4-BE49-F238E27FC236}">
                <a16:creationId xmlns:a16="http://schemas.microsoft.com/office/drawing/2014/main" id="{FBC97FE3-FD69-E797-E793-4ECD49420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480560"/>
            <a:ext cx="722376" cy="365760"/>
          </a:xfrm>
          <a:prstGeom prst="rect">
            <a:avLst/>
          </a:prstGeom>
        </p:spPr>
      </p:pic>
      <p:pic>
        <p:nvPicPr>
          <p:cNvPr id="16" name="Image 7" descr="../../../assets/img/presentation/objects/datos_info.png">
            <a:extLst>
              <a:ext uri="{FF2B5EF4-FFF2-40B4-BE49-F238E27FC236}">
                <a16:creationId xmlns:a16="http://schemas.microsoft.com/office/drawing/2014/main" id="{C2355BC5-3D5E-196B-B053-88A2FE57F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127" y="4480560"/>
            <a:ext cx="2093976" cy="365760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E3C04E83-89B4-B68D-1A2F-8110B52DA319}"/>
              </a:ext>
            </a:extLst>
          </p:cNvPr>
          <p:cNvSpPr/>
          <p:nvPr/>
        </p:nvSpPr>
        <p:spPr>
          <a:xfrm>
            <a:off x="2934031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C2F7C6F-57E0-AAE0-2317-09D8617F8993}"/>
              </a:ext>
            </a:extLst>
          </p:cNvPr>
          <p:cNvSpPr/>
          <p:nvPr/>
        </p:nvSpPr>
        <p:spPr>
          <a:xfrm>
            <a:off x="3702127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pic>
        <p:nvPicPr>
          <p:cNvPr id="10" name="Image 4" descr="../../../assets/img/presentation/objects/datos_title.png">
            <a:extLst>
              <a:ext uri="{FF2B5EF4-FFF2-40B4-BE49-F238E27FC236}">
                <a16:creationId xmlns:a16="http://schemas.microsoft.com/office/drawing/2014/main" id="{4DEE5A86-BDDD-2D1F-10D9-EF2BE074A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023360"/>
            <a:ext cx="722376" cy="365760"/>
          </a:xfrm>
          <a:prstGeom prst="rect">
            <a:avLst/>
          </a:prstGeom>
        </p:spPr>
      </p:pic>
      <p:pic>
        <p:nvPicPr>
          <p:cNvPr id="19" name="Image 5" descr="../../../assets/img/presentation/objects/datos_info.png">
            <a:extLst>
              <a:ext uri="{FF2B5EF4-FFF2-40B4-BE49-F238E27FC236}">
                <a16:creationId xmlns:a16="http://schemas.microsoft.com/office/drawing/2014/main" id="{3EACC0D6-A6B7-18B6-4582-852AC5E3B2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023360"/>
            <a:ext cx="2093976" cy="36576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9A2C8CCB-4233-D3A1-7892-E1B8B90BE085}"/>
              </a:ext>
            </a:extLst>
          </p:cNvPr>
          <p:cNvSpPr/>
          <p:nvPr/>
        </p:nvSpPr>
        <p:spPr>
          <a:xfrm>
            <a:off x="6039347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49CA575-99BA-4494-B8EE-5A086FD90484}"/>
              </a:ext>
            </a:extLst>
          </p:cNvPr>
          <p:cNvSpPr/>
          <p:nvPr/>
        </p:nvSpPr>
        <p:spPr>
          <a:xfrm>
            <a:off x="6807443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pic>
        <p:nvPicPr>
          <p:cNvPr id="22" name="Image 6" descr="../../../assets/img/presentation/objects/datos_title.png">
            <a:extLst>
              <a:ext uri="{FF2B5EF4-FFF2-40B4-BE49-F238E27FC236}">
                <a16:creationId xmlns:a16="http://schemas.microsoft.com/office/drawing/2014/main" id="{41540F73-86B5-28CD-5F36-0D65EB19B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480560"/>
            <a:ext cx="722376" cy="365760"/>
          </a:xfrm>
          <a:prstGeom prst="rect">
            <a:avLst/>
          </a:prstGeom>
        </p:spPr>
      </p:pic>
      <p:pic>
        <p:nvPicPr>
          <p:cNvPr id="23" name="Image 7" descr="../../../assets/img/presentation/objects/datos_info.png">
            <a:extLst>
              <a:ext uri="{FF2B5EF4-FFF2-40B4-BE49-F238E27FC236}">
                <a16:creationId xmlns:a16="http://schemas.microsoft.com/office/drawing/2014/main" id="{BAB2A863-DC1A-FE23-6234-FC6518A8C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480560"/>
            <a:ext cx="2093976" cy="365760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D85F390D-3700-2499-4564-382D59A3215D}"/>
              </a:ext>
            </a:extLst>
          </p:cNvPr>
          <p:cNvSpPr/>
          <p:nvPr/>
        </p:nvSpPr>
        <p:spPr>
          <a:xfrm>
            <a:off x="6039347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5AB2F98E-3D0B-A0A2-3DB8-EB9E93982A75}"/>
              </a:ext>
            </a:extLst>
          </p:cNvPr>
          <p:cNvSpPr/>
          <p:nvPr/>
        </p:nvSpPr>
        <p:spPr>
          <a:xfrm>
            <a:off x="6807443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78929A68-83F8-1524-F87E-94F2F557DE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6" name="Image 0" descr="../../../assets/img/presentation/objects/bordes_imagen.png">
            <a:extLst>
              <a:ext uri="{FF2B5EF4-FFF2-40B4-BE49-F238E27FC236}">
                <a16:creationId xmlns:a16="http://schemas.microsoft.com/office/drawing/2014/main" id="{E226100F-98C6-B6EC-23C1-9A509CA77A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9751" y="1047750"/>
            <a:ext cx="2743200" cy="2743200"/>
          </a:xfrm>
          <a:prstGeom prst="rect">
            <a:avLst/>
          </a:prstGeom>
        </p:spPr>
      </p:pic>
      <p:pic>
        <p:nvPicPr>
          <p:cNvPr id="7" name="Image 8" descr="../../../assets/img/presentation/objects/bordes_imagen.png">
            <a:extLst>
              <a:ext uri="{FF2B5EF4-FFF2-40B4-BE49-F238E27FC236}">
                <a16:creationId xmlns:a16="http://schemas.microsoft.com/office/drawing/2014/main" id="{D0B58C3E-494D-B9C3-971D-68132A967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5067" y="106226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0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F349F-440F-A0D2-4FFF-FE492E92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FBB05E-03E1-9C8C-09BB-61DEDD58FE5C}"/>
              </a:ext>
            </a:extLst>
          </p:cNvPr>
          <p:cNvSpPr/>
          <p:nvPr/>
        </p:nvSpPr>
        <p:spPr>
          <a:xfrm>
            <a:off x="86868" y="93427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REPORTE CUIDADO DEL CABELLO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F48583-9928-B0FA-606B-12CF7B0325D3}"/>
              </a:ext>
            </a:extLst>
          </p:cNvPr>
          <p:cNvSpPr/>
          <p:nvPr/>
        </p:nvSpPr>
        <p:spPr>
          <a:xfrm>
            <a:off x="155448" y="1371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15747E-854C-687C-D0D4-EBFE7DE502DA}"/>
              </a:ext>
            </a:extLst>
          </p:cNvPr>
          <p:cNvSpPr/>
          <p:nvPr/>
        </p:nvSpPr>
        <p:spPr>
          <a:xfrm>
            <a:off x="0" y="448056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ALICORP PERÚ </a:t>
            </a:r>
            <a:endParaRPr lang="en-US" sz="1400" dirty="0"/>
          </a:p>
        </p:txBody>
      </p:sp>
      <p:pic>
        <p:nvPicPr>
          <p:cNvPr id="11" name="Image 4" descr="../../../assets/img/presentation/objects/datos_title.png">
            <a:extLst>
              <a:ext uri="{FF2B5EF4-FFF2-40B4-BE49-F238E27FC236}">
                <a16:creationId xmlns:a16="http://schemas.microsoft.com/office/drawing/2014/main" id="{2B276E5C-0288-43F5-5673-9F172D606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023360"/>
            <a:ext cx="722376" cy="365760"/>
          </a:xfrm>
          <a:prstGeom prst="rect">
            <a:avLst/>
          </a:prstGeom>
        </p:spPr>
      </p:pic>
      <p:pic>
        <p:nvPicPr>
          <p:cNvPr id="12" name="Image 5" descr="../../../assets/img/presentation/objects/datos_info.png">
            <a:extLst>
              <a:ext uri="{FF2B5EF4-FFF2-40B4-BE49-F238E27FC236}">
                <a16:creationId xmlns:a16="http://schemas.microsoft.com/office/drawing/2014/main" id="{74F9F359-0C3D-E097-913D-4DBDB8E30C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911" y="4022184"/>
            <a:ext cx="2093976" cy="36576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A5657F02-D0F0-F85A-3226-0877B6FA7135}"/>
              </a:ext>
            </a:extLst>
          </p:cNvPr>
          <p:cNvSpPr/>
          <p:nvPr/>
        </p:nvSpPr>
        <p:spPr>
          <a:xfrm>
            <a:off x="2934031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E6BB886-70C4-873A-FD6C-28222FB0F3BC}"/>
              </a:ext>
            </a:extLst>
          </p:cNvPr>
          <p:cNvSpPr/>
          <p:nvPr/>
        </p:nvSpPr>
        <p:spPr>
          <a:xfrm>
            <a:off x="3702127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/>
          </a:p>
        </p:txBody>
      </p:sp>
      <p:pic>
        <p:nvPicPr>
          <p:cNvPr id="15" name="Image 6" descr="../../../assets/img/presentation/objects/datos_title.png">
            <a:extLst>
              <a:ext uri="{FF2B5EF4-FFF2-40B4-BE49-F238E27FC236}">
                <a16:creationId xmlns:a16="http://schemas.microsoft.com/office/drawing/2014/main" id="{A121CBBA-15DE-B46E-DE6C-A63D378AC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751" y="4480560"/>
            <a:ext cx="722376" cy="365760"/>
          </a:xfrm>
          <a:prstGeom prst="rect">
            <a:avLst/>
          </a:prstGeom>
        </p:spPr>
      </p:pic>
      <p:pic>
        <p:nvPicPr>
          <p:cNvPr id="16" name="Image 7" descr="../../../assets/img/presentation/objects/datos_info.png">
            <a:extLst>
              <a:ext uri="{FF2B5EF4-FFF2-40B4-BE49-F238E27FC236}">
                <a16:creationId xmlns:a16="http://schemas.microsoft.com/office/drawing/2014/main" id="{98E0A976-885A-E7FE-4F53-32EBDCA60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127" y="4480560"/>
            <a:ext cx="2093976" cy="365760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4CAC7233-8346-2DC1-467E-C2C35528AFAB}"/>
              </a:ext>
            </a:extLst>
          </p:cNvPr>
          <p:cNvSpPr/>
          <p:nvPr/>
        </p:nvSpPr>
        <p:spPr>
          <a:xfrm>
            <a:off x="2934031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584AA57-6DB2-B09C-FFF9-8908C76258B3}"/>
              </a:ext>
            </a:extLst>
          </p:cNvPr>
          <p:cNvSpPr/>
          <p:nvPr/>
        </p:nvSpPr>
        <p:spPr>
          <a:xfrm>
            <a:off x="3702127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pic>
        <p:nvPicPr>
          <p:cNvPr id="10" name="Image 4" descr="../../../assets/img/presentation/objects/datos_title.png">
            <a:extLst>
              <a:ext uri="{FF2B5EF4-FFF2-40B4-BE49-F238E27FC236}">
                <a16:creationId xmlns:a16="http://schemas.microsoft.com/office/drawing/2014/main" id="{182AFFF6-7EFE-755F-31DD-D6C8AAE49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023360"/>
            <a:ext cx="722376" cy="365760"/>
          </a:xfrm>
          <a:prstGeom prst="rect">
            <a:avLst/>
          </a:prstGeom>
        </p:spPr>
      </p:pic>
      <p:pic>
        <p:nvPicPr>
          <p:cNvPr id="19" name="Image 5" descr="../../../assets/img/presentation/objects/datos_info.png">
            <a:extLst>
              <a:ext uri="{FF2B5EF4-FFF2-40B4-BE49-F238E27FC236}">
                <a16:creationId xmlns:a16="http://schemas.microsoft.com/office/drawing/2014/main" id="{0481D37E-C292-6138-66F6-F94AE336F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023360"/>
            <a:ext cx="2093976" cy="36576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62274633-4C16-40B6-1A1A-EC8D7F6F05AE}"/>
              </a:ext>
            </a:extLst>
          </p:cNvPr>
          <p:cNvSpPr/>
          <p:nvPr/>
        </p:nvSpPr>
        <p:spPr>
          <a:xfrm>
            <a:off x="6039347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PUNTO DE VENTA: </a:t>
            </a:r>
            <a:endParaRPr lang="en-US" sz="1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C9FCEC7-F61E-1610-A310-2F8DA6B71BC7}"/>
              </a:ext>
            </a:extLst>
          </p:cNvPr>
          <p:cNvSpPr/>
          <p:nvPr/>
        </p:nvSpPr>
        <p:spPr>
          <a:xfrm>
            <a:off x="6807443" y="40233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dirty="0"/>
          </a:p>
        </p:txBody>
      </p:sp>
      <p:pic>
        <p:nvPicPr>
          <p:cNvPr id="22" name="Image 6" descr="../../../assets/img/presentation/objects/datos_title.png">
            <a:extLst>
              <a:ext uri="{FF2B5EF4-FFF2-40B4-BE49-F238E27FC236}">
                <a16:creationId xmlns:a16="http://schemas.microsoft.com/office/drawing/2014/main" id="{0BFDBD20-2A73-F43D-58E7-E5307FAC8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67" y="4480560"/>
            <a:ext cx="722376" cy="365760"/>
          </a:xfrm>
          <a:prstGeom prst="rect">
            <a:avLst/>
          </a:prstGeom>
        </p:spPr>
      </p:pic>
      <p:pic>
        <p:nvPicPr>
          <p:cNvPr id="23" name="Image 7" descr="../../../assets/img/presentation/objects/datos_info.png">
            <a:extLst>
              <a:ext uri="{FF2B5EF4-FFF2-40B4-BE49-F238E27FC236}">
                <a16:creationId xmlns:a16="http://schemas.microsoft.com/office/drawing/2014/main" id="{36D2F9D7-3B35-C25C-C78C-0131169C0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443" y="4480560"/>
            <a:ext cx="2093976" cy="365760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9C8174CB-8FFC-31DA-7BB8-981941B77D73}"/>
              </a:ext>
            </a:extLst>
          </p:cNvPr>
          <p:cNvSpPr/>
          <p:nvPr/>
        </p:nvSpPr>
        <p:spPr>
          <a:xfrm>
            <a:off x="6039347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GIRO: </a:t>
            </a:r>
            <a:endParaRPr lang="en-US" sz="1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AB12D552-ED74-D9E5-3CFC-7052ECEEB676}"/>
              </a:ext>
            </a:extLst>
          </p:cNvPr>
          <p:cNvSpPr/>
          <p:nvPr/>
        </p:nvSpPr>
        <p:spPr>
          <a:xfrm>
            <a:off x="6807443" y="4480560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dirty="0">
                <a:solidFill>
                  <a:srgbClr val="000000"/>
                </a:solidFill>
              </a:rPr>
              <a:t>AASS</a:t>
            </a:r>
            <a:endParaRPr lang="en-US" sz="11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89A055B-6457-172A-CBEA-3460A498FC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6" name="Image 0" descr="../../../assets/img/presentation/objects/bordes_imagen.png">
            <a:extLst>
              <a:ext uri="{FF2B5EF4-FFF2-40B4-BE49-F238E27FC236}">
                <a16:creationId xmlns:a16="http://schemas.microsoft.com/office/drawing/2014/main" id="{EDB3D0B5-EC23-E8E6-943A-EE46201D0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9751" y="1047750"/>
            <a:ext cx="2743200" cy="2743200"/>
          </a:xfrm>
          <a:prstGeom prst="rect">
            <a:avLst/>
          </a:prstGeom>
        </p:spPr>
      </p:pic>
      <p:pic>
        <p:nvPicPr>
          <p:cNvPr id="7" name="Image 8" descr="../../../assets/img/presentation/objects/bordes_imagen.png">
            <a:extLst>
              <a:ext uri="{FF2B5EF4-FFF2-40B4-BE49-F238E27FC236}">
                <a16:creationId xmlns:a16="http://schemas.microsoft.com/office/drawing/2014/main" id="{7D41E286-EC6D-DF98-DB44-91BAB7F221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5067" y="104775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94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29011</TotalTime>
  <Words>71</Words>
  <Application>Microsoft Office PowerPoint</Application>
  <PresentationFormat>Presentación en pantalla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Miguel David Castro Romero</cp:lastModifiedBy>
  <cp:revision>331</cp:revision>
  <dcterms:created xsi:type="dcterms:W3CDTF">2025-09-19T20:28:51Z</dcterms:created>
  <dcterms:modified xsi:type="dcterms:W3CDTF">2026-10-05T23:03:36Z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2026-07-30T17:00:03Z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859c852a-7015-4a15-a4d1-3b99e2cb1c80</vt:lpwstr>
  </property>
  <property fmtid="{D5CDD505-2E9C-101B-9397-08002B2CF9AE}" pid="8" name="MSIP_Label_fe55eccb-a6cb-4371-9596-60001fa51bf2_ContentBits">
    <vt:lpwstr>0</vt:lpwstr>
  </property>
  <property fmtid="{D5CDD505-2E9C-101B-9397-08002B2CF9AE}" pid="9" name="MSIP_Label_fe55eccb-a6cb-4371-9596-60001fa51bf2_Tag">
    <vt:lpwstr>10, 3, 0, 1</vt:lpwstr>
  </property>
</Properties>
</file>